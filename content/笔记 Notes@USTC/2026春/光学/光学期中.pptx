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7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4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35" y="0"/>
            <a:ext cx="998093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755" y="247650"/>
            <a:ext cx="10391775" cy="6362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755" y="4733290"/>
            <a:ext cx="9686290" cy="16929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299335" y="5843270"/>
                <a:ext cx="4064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𝐴𝑒𝑥𝑝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𝑖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𝑘𝑥𝑐𝑜𝑠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𝑘𝑦𝑐𝑜𝑠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)]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335" y="5843270"/>
                <a:ext cx="4064000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370" y="0"/>
            <a:ext cx="1135126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140" y="0"/>
            <a:ext cx="1122172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335" y="0"/>
            <a:ext cx="1114869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23255" y="2298700"/>
            <a:ext cx="746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1201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8559800" y="2893695"/>
            <a:ext cx="564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4%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60" y="0"/>
            <a:ext cx="1062228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695" y="0"/>
            <a:ext cx="1072261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05" y="0"/>
            <a:ext cx="1117219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80" y="0"/>
            <a:ext cx="1081024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0"/>
            <a:ext cx="1073848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WPS 演示</Application>
  <PresentationFormat>宽屏</PresentationFormat>
  <Paragraphs>6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Cambria Math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啊嘞？没有武藏？</cp:lastModifiedBy>
  <cp:revision>159</cp:revision>
  <dcterms:created xsi:type="dcterms:W3CDTF">2019-06-19T02:08:00Z</dcterms:created>
  <dcterms:modified xsi:type="dcterms:W3CDTF">2026-05-19T15:48:12Z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9A85DE4759354F57A8F4F678986ED79F_11</vt:lpwstr>
  </property>
</Properties>
</file>